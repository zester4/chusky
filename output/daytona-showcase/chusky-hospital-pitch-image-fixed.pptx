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Workflows supported</c:v>
                </c:pt>
              </c:strCache>
            </c:strRef>
          </c:tx>
          <c:spPr>
            <a:solidFill>
              <a:srgbClr val="123B5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Access</c:v>
                  </c:pt>
                  <c:pt idx="1">
                    <c:v>Coordination</c:v>
                  </c:pt>
                  <c:pt idx="2">
                    <c:v>Documents</c:v>
                  </c:pt>
                  <c:pt idx="3">
                    <c:v>Visibility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6</c:v>
                </c:pt>
                <c:pt idx="2">
                  <c:v>5</c:v>
                </c:pt>
                <c:pt idx="3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Handoff points connected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Access</c:v>
                  </c:pt>
                  <c:pt idx="1">
                    <c:v>Coordination</c:v>
                  </c:pt>
                  <c:pt idx="2">
                    <c:v>Documents</c:v>
                  </c:pt>
                  <c:pt idx="3">
                    <c:v>Visibility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5</c:v>
                </c:pt>
                <c:pt idx="2">
                  <c:v>4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position Chusky as an operational layer that helps hospital teams move from intent to verified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operating model, not measured hospital performance. Use this slide to discuss where a pilot would create the most leverage.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proposed pilot structure. The hospital selects the workflows and success measures.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the hospital team to name one workflow where coordination, documentation, or follow-through creates avoidable drag.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USKY_CONTENT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7395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Chusky | Hospital operations partnership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USKY_COVER">
    <p:bg>
      <p:bgPr>
        <a:solidFill>
          <a:srgbClr val="123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7452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Chusky for Hospitals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68680" y="3456432"/>
            <a:ext cx="100584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6850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FF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Chusky | Hospital operations partnership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ospital operations team reviewing a connected workflow displa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>
              <a:alpha val="36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75488" y="1389888"/>
            <a:ext cx="6537960" cy="4526280"/>
          </a:xfrm>
          <a:prstGeom prst="rect">
            <a:avLst/>
          </a:prstGeom>
          <a:solidFill>
            <a:srgbClr val="102A43">
              <a:alpha val="5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3474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CHUSKY FOR HOSPITALS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13232" y="66751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calmer operating layer for modern care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31520" y="1170432"/>
            <a:ext cx="5943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6384" y="1536192"/>
            <a:ext cx="106527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agent with a private computer, a durable workspace, and the practical reach to turn operational intent into verified work.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3891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Hospital teams carry too much coordination 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70432"/>
            <a:ext cx="5943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874520"/>
            <a:ext cx="3432048" cy="2011680"/>
          </a:xfrm>
          <a:prstGeom prst="rect">
            <a:avLst/>
          </a:prstGeom>
          <a:solidFill>
            <a:srgbClr val="E6FFFA"/>
          </a:solidFill>
          <a:ln w="12700">
            <a:solidFill>
              <a:srgbClr val="E6FFF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48840"/>
            <a:ext cx="3066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Faster answers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816352"/>
            <a:ext cx="3066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182112"/>
            <a:ext cx="3066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 requests to the right next step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64736" y="1874520"/>
            <a:ext cx="3432048" cy="2011680"/>
          </a:xfrm>
          <a:prstGeom prst="rect">
            <a:avLst/>
          </a:prstGeom>
          <a:solidFill>
            <a:srgbClr val="E6FFFA"/>
          </a:solidFill>
          <a:ln w="12700">
            <a:solidFill>
              <a:srgbClr val="E6FF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7616" y="2148840"/>
            <a:ext cx="3066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Less chasing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47616" y="2816352"/>
            <a:ext cx="3066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47616" y="3182112"/>
            <a:ext cx="3066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work moving across teams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97952" y="1874520"/>
            <a:ext cx="3432048" cy="2011680"/>
          </a:xfrm>
          <a:prstGeom prst="rect">
            <a:avLst/>
          </a:prstGeom>
          <a:solidFill>
            <a:srgbClr val="E6FFFA"/>
          </a:solidFill>
          <a:ln w="12700">
            <a:solidFill>
              <a:srgbClr val="E6FFF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0832" y="2148840"/>
            <a:ext cx="3066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Clearer view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180832" y="2816352"/>
            <a:ext cx="3066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80832" y="3182112"/>
            <a:ext cx="3066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activity into useful evidence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3891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agent across the operational surface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70432"/>
            <a:ext cx="5943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1536192"/>
            <a:ext cx="106527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Chusky can help teams handle the connective work that sits around care delivery, while keeping the work visible and organized.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2788920"/>
          <a:ext cx="10652760" cy="3291840"/>
        </p:xfrm>
        <a:graphic>
          <a:graphicData uri="http://schemas.openxmlformats.org/drawingml/2006/table">
            <a:tbl>
              <a:tblPr/>
              <a:tblGrid>
                <a:gridCol w="3550920"/>
                <a:gridCol w="3550920"/>
                <a:gridCol w="355092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Area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How Chusky helps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Result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Patient access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Prepare answers, route requests, and assemble next steps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clearer path to help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Care operations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Coordinate follow-ups, documents, and handoffs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Fewer loose ends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Administration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Create reports, briefs, and structured updates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More time for judgment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Leadership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Summarize signals and surface what needs attention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better operating picture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3891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Patient access becomes easier to navigate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70432"/>
            <a:ext cx="5943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1536192"/>
            <a:ext cx="56235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hospital can give people a more coherent front door by connecting questions to the right information, team, or next action.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1248" y="2651760"/>
            <a:ext cx="5623560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Turn plain-language requests into a clear intake path</a:t>
            </a:r>
            <a:endParaRPr lang="en-US" sz="17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Prepare appointment, service, and follow-up information</a:t>
            </a:r>
            <a:endParaRPr lang="en-US" sz="17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Create consistent handoff notes for the receiving team</a:t>
            </a:r>
            <a:endParaRPr lang="en-US" sz="17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Keep status visible so people know what happens next</a:t>
            </a:r>
            <a:endParaRPr lang="en-US" sz="1700" dirty="0"/>
          </a:p>
        </p:txBody>
      </p:sp>
      <p:pic>
        <p:nvPicPr>
          <p:cNvPr id="6" name="Image 0" descr="Hospital care navigator helping a patient at a welcoming reception des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20840" y="1627632"/>
            <a:ext cx="4709160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3891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Operations teams get a computer that can do the 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70432"/>
            <a:ext cx="5943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1536192"/>
            <a:ext cx="56235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Chusky works inside a private Daytona workspace where it can create files, run code, build applications, inspect outputs, and return a usable result.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2788920"/>
          <a:ext cx="5623560" cy="3291840"/>
        </p:xfrm>
        <a:graphic>
          <a:graphicData uri="http://schemas.openxmlformats.org/drawingml/2006/table">
            <a:tbl>
              <a:tblPr/>
              <a:tblGrid>
                <a:gridCol w="2811780"/>
                <a:gridCol w="281178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Need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Chusky response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new operational brief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Draft a structured document and deliver it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working internal tool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Build, verify, and open a signed preview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recurring report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Create the artifact and preserve the workflow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cross-team handoff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Collect context and return an organized package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Hospital operations team reviewing a care coordination pla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20840" y="1627632"/>
            <a:ext cx="4709160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3891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value compounds across the workday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70432"/>
            <a:ext cx="5943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1536192"/>
            <a:ext cx="106527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operating layer can support access, administration, and leadership without forcing every team to start from a blank page.</a:t>
            </a:r>
            <a:endParaRPr lang="en-US" sz="1800" dirty="0"/>
          </a:p>
        </p:txBody>
      </p:sp>
      <p:graphicFrame>
        <p:nvGraphicFramePr>
          <p:cNvPr id="5" name="Chart 0" descr="The value compounds across the workday chart"/>
          <p:cNvGraphicFramePr/>
          <p:nvPr/>
        </p:nvGraphicFramePr>
        <p:xfrm>
          <a:off x="5897880" y="1664208"/>
          <a:ext cx="58521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3891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request to verified result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70432"/>
            <a:ext cx="5943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1536192"/>
            <a:ext cx="106527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Chusky keeps the path from intent to handoff inspectable, so teams can see what happened and pick up the next step.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2788920"/>
          <a:ext cx="10652760" cy="3291840"/>
        </p:xfrm>
        <a:graphic>
          <a:graphicData uri="http://schemas.openxmlformats.org/drawingml/2006/table">
            <a:tbl>
              <a:tblPr/>
              <a:tblGrid>
                <a:gridCol w="3550920"/>
                <a:gridCol w="3550920"/>
                <a:gridCol w="355092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01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Understand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Frame the request and identify the work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02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Build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 the private computer and connected workspace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03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Check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Validate the output and inspect the result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04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Handoff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Return the document, preview, or next action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3474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SHAPE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" y="66751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practical first 30 days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170432"/>
            <a:ext cx="5943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536192"/>
            <a:ext cx="106527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a small set of visible workflows, learn where coordination costs the most, and expand from evidence.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2788920"/>
          <a:ext cx="10652760" cy="3291840"/>
        </p:xfrm>
        <a:graphic>
          <a:graphicData uri="http://schemas.openxmlformats.org/drawingml/2006/table">
            <a:tbl>
              <a:tblPr/>
              <a:tblGrid>
                <a:gridCol w="3550920"/>
                <a:gridCol w="3550920"/>
                <a:gridCol w="355092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Window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Focus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Evidence to review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Week 1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Choose two high-friction workflows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Baseline steps, owners, and handoffs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Week 2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Build the first operating patterns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Working artifacts and preview results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Week 3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Run with a small team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Observed friction and recovery paths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Week 4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Review and decide what to scale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Adoption signals and next workflow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3891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Leadership sees the work, not just the promise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70432"/>
            <a:ext cx="5943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874520"/>
            <a:ext cx="3432048" cy="2011680"/>
          </a:xfrm>
          <a:prstGeom prst="rect">
            <a:avLst/>
          </a:prstGeom>
          <a:solidFill>
            <a:srgbClr val="E6FFFA"/>
          </a:solidFill>
          <a:ln w="12700">
            <a:solidFill>
              <a:srgbClr val="E6FFF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48840"/>
            <a:ext cx="3066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view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816352"/>
            <a:ext cx="3066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in motion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182112"/>
            <a:ext cx="3066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 what is active and waiting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64736" y="1874520"/>
            <a:ext cx="3432048" cy="2011680"/>
          </a:xfrm>
          <a:prstGeom prst="rect">
            <a:avLst/>
          </a:prstGeom>
          <a:solidFill>
            <a:srgbClr val="E6FFFA"/>
          </a:solidFill>
          <a:ln w="12700">
            <a:solidFill>
              <a:srgbClr val="E6FF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7616" y="2148840"/>
            <a:ext cx="3066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47616" y="2816352"/>
            <a:ext cx="3066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quality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47616" y="3182112"/>
            <a:ext cx="3066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executable and visual evidence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97952" y="1874520"/>
            <a:ext cx="3432048" cy="2011680"/>
          </a:xfrm>
          <a:prstGeom prst="rect">
            <a:avLst/>
          </a:prstGeom>
          <a:solidFill>
            <a:srgbClr val="E6FFFA"/>
          </a:solidFill>
          <a:ln w="12700">
            <a:solidFill>
              <a:srgbClr val="E6FFF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0832" y="2148840"/>
            <a:ext cx="3066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Repeatable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180832" y="2816352"/>
            <a:ext cx="3066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80832" y="3182112"/>
            <a:ext cx="3066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a successful pattern into a playbook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3891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partnership built around useful 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70432"/>
            <a:ext cx="12801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2331720"/>
            <a:ext cx="9875520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Chusky gives hospital teams a practical way to move from an operational question to a clear, reviewable result. The first step is choosing the work that should feel lighter.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Chusky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Chusky for Hospitals</dc:title>
  <dc:subject>Chusky for Hospitals</dc:subject>
  <dc:creator>Chusky</dc:creator>
  <cp:lastModifiedBy>Chusky</cp:lastModifiedBy>
  <cp:revision>1</cp:revision>
  <dcterms:created xsi:type="dcterms:W3CDTF">2026-10-04T05:32:46Z</dcterms:created>
  <dcterms:modified xsi:type="dcterms:W3CDTF">2026-10-04T05:32:46Z</dcterms:modified>
</cp:coreProperties>
</file>