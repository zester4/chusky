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Workflows supported</c:v>
                </c:pt>
              </c:strCache>
            </c:strRef>
          </c:tx>
          <c:spPr>
            <a:solidFill>
              <a:srgbClr val="123B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Handoff points connected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Chusky as an operational layer that helps hospital teams move from intent to verified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operating model, not measured hospital performance. Use this slide to discuss where a pilot would create the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pilot structure. The hospital selects the workflows and success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hospital team to name one workflow where coordination, documentation, or follow-through creates avoidable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NTEN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VER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for Hospitals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456432"/>
            <a:ext cx="10058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F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operations team reviewing a connected workflow dis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3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5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FOR HOSPITALS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calmer operating layer for modern care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with a private computer, a durable workspace, and the practical reach to turn operational intent into verified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teams carry too much coordination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requests to the right next step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chasing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 moving across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view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activity into useful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agent across the operational surface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can help teams handle the connective work that sits around care delivery, while keeping the work visible and organized.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Chusky helps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Patient access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 answers, route requests, and assemble next steps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clearer path to help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 operations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Coordinate follow-ups, documents,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Fewer loose ends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Administration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reports, briefs, and structured updates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time for judgment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Leadership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Summarize signals and surface what needs attention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operating picture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access becomes easier to navigate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5623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can give people a more coherent front door by connecting questions to the right information, team, or next action.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651760"/>
            <a:ext cx="56235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plain-language requests into a clear intake path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appointment, service, and follow-up information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consistent handoff notes for the receiving team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status visible so people know what happens next</a:t>
            </a:r>
            <a:endParaRPr lang="en-US" sz="1700" dirty="0"/>
          </a:p>
        </p:txBody>
      </p:sp>
      <p:pic>
        <p:nvPicPr>
          <p:cNvPr id="6" name="Image 0" descr="Hospital care navigator helping a patient at a welcoming reception des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27632"/>
            <a:ext cx="470916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teams get a computer that can do the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5623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works inside a private Daytona workspace where it can create files, run code, build applications, inspect outputs, and return a usable result.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5623560" cy="32918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Chusky response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new operational brief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Draft a structured document and deliver it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working internal tool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Build, verify, and open a signed preview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recurring report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the artifact and preserve the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cross-team 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Collect context and return an organized package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Hospital operations team reviewing a care coordination pla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27632"/>
            <a:ext cx="470916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compounds across the workday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operating layer can support access, administration, and leadership without forcing every team to start from a blank page.</a:t>
            </a:r>
            <a:endParaRPr lang="en-US" sz="1800" dirty="0"/>
          </a:p>
        </p:txBody>
      </p:sp>
      <p:graphicFrame>
        <p:nvGraphicFramePr>
          <p:cNvPr id="5" name="Chart 0" descr="The value compounds across the workday chart"/>
          <p:cNvGraphicFramePr/>
          <p:nvPr/>
        </p:nvGraphicFramePr>
        <p:xfrm>
          <a:off x="5897880" y="1664208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request to verified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keeps the path from intent to handoff inspectable, so teams can see what happened and pick up the next step.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Understand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 the request and identify the work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the private computer and connected workspace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the output and inspect the 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 the document, preview, or next action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SHAPE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first 30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small set of visible workflows, learn where coordination costs the most, and expand from evidence.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to 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two high-friction workflows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steps, owners,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the first operating patterns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Working artifacts and preview results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with a small team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friction and recovery paths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and decide what to scale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signals and next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sees the work, not just the promise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motion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active and waiting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executable and visual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successful pattern into a playbook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partnership built around useful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12801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331720"/>
            <a:ext cx="9875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gives hospital teams a practical way to move from an operational question to a clear, reviewable result. The first step is choosing the work that should feel lighter.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Chusky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Chusky for Hospitals</dc:title>
  <dc:subject>Chusky for Hospitals</dc:subject>
  <dc:creator>Chusky</dc:creator>
  <cp:lastModifiedBy>Chusky</cp:lastModifiedBy>
  <cp:revision>1</cp:revision>
  <dcterms:created xsi:type="dcterms:W3CDTF">2026-10-04T05:41:02Z</dcterms:created>
  <dcterms:modified xsi:type="dcterms:W3CDTF">2026-10-04T05:41:02Z</dcterms:modified>
</cp:coreProperties>
</file>